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63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398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70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69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24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66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56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73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56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65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4965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248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474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066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214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1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9BE3E5-1C35-4CD2-B021-8E6A54F50E57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0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9D4E0-46F5-657F-9E96-B9E965B68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649910"/>
            <a:ext cx="8425563" cy="861420"/>
          </a:xfrm>
        </p:spPr>
        <p:txBody>
          <a:bodyPr/>
          <a:lstStyle/>
          <a:p>
            <a:r>
              <a:rPr lang="ru-RU" sz="4800" dirty="0"/>
              <a:t>Лабораторная работа №</a:t>
            </a:r>
            <a:r>
              <a:rPr lang="en-US" sz="4800" dirty="0"/>
              <a:t>4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AE8B4E-FE39-B9F0-57F6-41A4EBB9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2511330"/>
            <a:ext cx="8825658" cy="861420"/>
          </a:xfrm>
        </p:spPr>
        <p:txBody>
          <a:bodyPr>
            <a:normAutofit/>
          </a:bodyPr>
          <a:lstStyle/>
          <a:p>
            <a:r>
              <a:rPr lang="ru-RU" dirty="0"/>
              <a:t>Тема: </a:t>
            </a:r>
            <a:r>
              <a:rPr lang="en-US" dirty="0"/>
              <a:t>“</a:t>
            </a:r>
            <a:r>
              <a:rPr lang="ru-RU" dirty="0"/>
              <a:t>Лабораторная работа: </a:t>
            </a:r>
            <a:r>
              <a:rPr lang="ru-RU" dirty="0" err="1"/>
              <a:t>Bayesian</a:t>
            </a:r>
            <a:r>
              <a:rPr lang="ru-RU" dirty="0"/>
              <a:t> Networks на примере датасета</a:t>
            </a:r>
            <a:r>
              <a:rPr lang="en-US" dirty="0"/>
              <a:t>Mushroom Classification”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C9496-FE26-858B-6A67-5478DCCD6BDD}"/>
              </a:ext>
            </a:extLst>
          </p:cNvPr>
          <p:cNvSpPr txBox="1"/>
          <p:nvPr/>
        </p:nvSpPr>
        <p:spPr>
          <a:xfrm>
            <a:off x="6450360" y="5208090"/>
            <a:ext cx="3658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Сидоров Дмитрий Денисович</a:t>
            </a:r>
          </a:p>
          <a:p>
            <a:pPr algn="r"/>
            <a:r>
              <a:rPr lang="ru-RU" dirty="0"/>
              <a:t>М8О-309Б-23</a:t>
            </a:r>
          </a:p>
        </p:txBody>
      </p:sp>
    </p:spTree>
    <p:extLst>
      <p:ext uri="{BB962C8B-B14F-4D97-AF65-F5344CB8AC3E}">
        <p14:creationId xmlns:p14="http://schemas.microsoft.com/office/powerpoint/2010/main" val="155399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8E527-B8AE-FA0D-465E-F7930ECD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00" y="465080"/>
            <a:ext cx="9404723" cy="700265"/>
          </a:xfrm>
        </p:spPr>
        <p:txBody>
          <a:bodyPr/>
          <a:lstStyle/>
          <a:p>
            <a:r>
              <a:rPr lang="en-US" dirty="0"/>
              <a:t>Bayesian Networks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040BFC-7DD7-384E-8D98-71CB9ADDD96A}"/>
              </a:ext>
            </a:extLst>
          </p:cNvPr>
          <p:cNvSpPr txBox="1">
            <a:spLocks/>
          </p:cNvSpPr>
          <p:nvPr/>
        </p:nvSpPr>
        <p:spPr>
          <a:xfrm>
            <a:off x="492600" y="1373334"/>
            <a:ext cx="9626207" cy="4111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AC0CD-521D-5788-2503-2276B55DEE1B}"/>
              </a:ext>
            </a:extLst>
          </p:cNvPr>
          <p:cNvSpPr txBox="1"/>
          <p:nvPr/>
        </p:nvSpPr>
        <p:spPr>
          <a:xfrm>
            <a:off x="492599" y="1373334"/>
            <a:ext cx="992652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Bayesian Network</a:t>
            </a:r>
            <a:r>
              <a:rPr lang="ru-RU" sz="2000" dirty="0"/>
              <a:t> -</a:t>
            </a:r>
            <a:r>
              <a:rPr lang="en-US" sz="2000" dirty="0"/>
              <a:t> </a:t>
            </a:r>
            <a:r>
              <a:rPr lang="ru-RU" sz="2000" dirty="0"/>
              <a:t>это</a:t>
            </a:r>
            <a:r>
              <a:rPr lang="en-US" sz="2000" dirty="0"/>
              <a:t> </a:t>
            </a:r>
            <a:r>
              <a:rPr lang="ru-RU" sz="2000" dirty="0"/>
              <a:t>вероятностная </a:t>
            </a:r>
            <a:r>
              <a:rPr lang="ru-RU" sz="2000" dirty="0" err="1"/>
              <a:t>графовая</a:t>
            </a:r>
            <a:r>
              <a:rPr lang="ru-RU" sz="2000" dirty="0"/>
              <a:t> модель, у которой узлы это переменные, </a:t>
            </a:r>
            <a:r>
              <a:rPr lang="ru-RU" sz="2000" dirty="0" err="1"/>
              <a:t>причино</a:t>
            </a:r>
            <a:r>
              <a:rPr lang="ru-RU" sz="2000" dirty="0"/>
              <a:t>-следственные зависимости обозначаются стрелками. Количественные зависимости задаются таблицей условных вероятностей</a:t>
            </a:r>
          </a:p>
          <a:p>
            <a:endParaRPr lang="ru-RU" sz="2000" dirty="0"/>
          </a:p>
          <a:p>
            <a:r>
              <a:rPr lang="en-US" sz="2000" dirty="0"/>
              <a:t>Bayesian Network</a:t>
            </a:r>
            <a:r>
              <a:rPr lang="ru-RU" sz="2000" dirty="0"/>
              <a:t> используется для: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Классификации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Прогнозирования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Моделирования неопределенности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Объяснения зависимости между признаками</a:t>
            </a:r>
          </a:p>
        </p:txBody>
      </p:sp>
    </p:spTree>
    <p:extLst>
      <p:ext uri="{BB962C8B-B14F-4D97-AF65-F5344CB8AC3E}">
        <p14:creationId xmlns:p14="http://schemas.microsoft.com/office/powerpoint/2010/main" val="368244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79CA9-66B9-A279-E8EA-57ABB7CB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19" y="452718"/>
            <a:ext cx="9404723" cy="814020"/>
          </a:xfrm>
        </p:spPr>
        <p:txBody>
          <a:bodyPr/>
          <a:lstStyle/>
          <a:p>
            <a:r>
              <a:rPr lang="ru-RU" dirty="0"/>
              <a:t>Описание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60528-1C23-7AA6-1B47-3F2F23E8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219" y="1266738"/>
            <a:ext cx="8946541" cy="1702965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Датасет:</a:t>
            </a:r>
            <a:r>
              <a:rPr lang="en-US" dirty="0">
                <a:effectLst/>
              </a:rPr>
              <a:t> Mushroom Classification. </a:t>
            </a:r>
            <a:r>
              <a:rPr lang="ru-RU" dirty="0">
                <a:effectLst/>
              </a:rPr>
              <a:t>Он </a:t>
            </a:r>
            <a:r>
              <a:rPr lang="ru-RU" dirty="0"/>
              <a:t>содержит 8124 строки, 23 столбца, из которых </a:t>
            </a:r>
            <a:r>
              <a:rPr lang="en-US" dirty="0"/>
              <a:t>class </a:t>
            </a:r>
            <a:r>
              <a:rPr lang="ru-RU" dirty="0"/>
              <a:t>и 22 признака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Признаки: все категориальные</a:t>
            </a:r>
          </a:p>
          <a:p>
            <a:r>
              <a:rPr lang="ru-RU" dirty="0"/>
              <a:t>Классы: съедобные 52%, ядовитые 48%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B071C4-A195-6D0B-C398-6816DEDC9D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02"/>
          <a:stretch/>
        </p:blipFill>
        <p:spPr>
          <a:xfrm>
            <a:off x="140275" y="3533751"/>
            <a:ext cx="5955725" cy="9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38900E-8270-70AE-D798-CF640ACED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840" y="3533751"/>
            <a:ext cx="5955725" cy="9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767D89-9472-5B70-7962-362355FF9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74" y="4543227"/>
            <a:ext cx="5955725" cy="9189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1DF8A22-D880-9696-E799-A2E3D30D8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840" y="4543227"/>
            <a:ext cx="5955723" cy="91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9277C-CBA2-CC60-87D8-FB5BF2C7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04" y="435940"/>
            <a:ext cx="9404723" cy="788853"/>
          </a:xfrm>
        </p:spPr>
        <p:txBody>
          <a:bodyPr/>
          <a:lstStyle/>
          <a:p>
            <a:r>
              <a:rPr lang="ru-RU" dirty="0"/>
              <a:t>Загрузка датасета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32D56E4-FC34-41C0-BF2D-9CB06D3AB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5372" y="1224793"/>
            <a:ext cx="6041256" cy="5385391"/>
          </a:xfrm>
        </p:spPr>
      </p:pic>
    </p:spTree>
    <p:extLst>
      <p:ext uri="{BB962C8B-B14F-4D97-AF65-F5344CB8AC3E}">
        <p14:creationId xmlns:p14="http://schemas.microsoft.com/office/powerpoint/2010/main" val="331846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13C50-486C-EFE9-6A5D-9191DADC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65" y="461107"/>
            <a:ext cx="9404723" cy="755297"/>
          </a:xfrm>
        </p:spPr>
        <p:txBody>
          <a:bodyPr/>
          <a:lstStyle/>
          <a:p>
            <a:r>
              <a:rPr lang="ru-RU" dirty="0"/>
              <a:t>Обработка датасета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DAE7B1B-23A4-00AF-1A93-A7CD6B6EE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5150" y="1216404"/>
            <a:ext cx="5061699" cy="5346064"/>
          </a:xfrm>
        </p:spPr>
      </p:pic>
    </p:spTree>
    <p:extLst>
      <p:ext uri="{BB962C8B-B14F-4D97-AF65-F5344CB8AC3E}">
        <p14:creationId xmlns:p14="http://schemas.microsoft.com/office/powerpoint/2010/main" val="101556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Bayesian Network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FB90505-73B1-22D6-EEE6-59CABEB67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241571"/>
            <a:ext cx="4931457" cy="5447400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3CB9E2-5829-6FC3-A9E6-98F9E1FDC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580" y="2821192"/>
            <a:ext cx="6101751" cy="228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9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Bayesian Network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BA1CB52-B355-7A28-F500-12E1C87F7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96"/>
          <a:stretch/>
        </p:blipFill>
        <p:spPr>
          <a:xfrm>
            <a:off x="2195097" y="1241571"/>
            <a:ext cx="7801805" cy="218122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3395C1-BC92-BF85-33AF-89B79027BD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319"/>
          <a:stretch/>
        </p:blipFill>
        <p:spPr>
          <a:xfrm>
            <a:off x="2195097" y="3422796"/>
            <a:ext cx="7801805" cy="329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3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Оценка параметров и </a:t>
            </a:r>
            <a:r>
              <a:rPr lang="en-US" dirty="0"/>
              <a:t>CPT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9AFED19-9F00-96C0-6625-BDA6343C3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425" y="1694292"/>
            <a:ext cx="8947150" cy="3821885"/>
          </a:xfrm>
        </p:spPr>
      </p:pic>
    </p:spTree>
    <p:extLst>
      <p:ext uri="{BB962C8B-B14F-4D97-AF65-F5344CB8AC3E}">
        <p14:creationId xmlns:p14="http://schemas.microsoft.com/office/powerpoint/2010/main" val="601393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Оценка параметров и </a:t>
            </a:r>
            <a:r>
              <a:rPr lang="en-US" dirty="0"/>
              <a:t>CPT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56D72A3-1AD8-84EF-E87D-E562DF10A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425" y="1848635"/>
            <a:ext cx="8947150" cy="3664199"/>
          </a:xfrm>
        </p:spPr>
      </p:pic>
    </p:spTree>
    <p:extLst>
      <p:ext uri="{BB962C8B-B14F-4D97-AF65-F5344CB8AC3E}">
        <p14:creationId xmlns:p14="http://schemas.microsoft.com/office/powerpoint/2010/main" val="173844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Визуализация сети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CADAD20-0B19-5CA6-F13B-855BC5BE7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161" y="1201084"/>
            <a:ext cx="6808622" cy="5204198"/>
          </a:xfrm>
        </p:spPr>
      </p:pic>
    </p:spTree>
    <p:extLst>
      <p:ext uri="{BB962C8B-B14F-4D97-AF65-F5344CB8AC3E}">
        <p14:creationId xmlns:p14="http://schemas.microsoft.com/office/powerpoint/2010/main" val="1398030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Пример интерфейса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C08D46-F3C1-AB1C-57B6-8D7B93CA9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1552268"/>
            <a:ext cx="96869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48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Оценка с </a:t>
            </a:r>
            <a:r>
              <a:rPr lang="en-US" dirty="0"/>
              <a:t>Baseline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AA3C20-6A88-FDFE-2023-63DB80673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1166070"/>
            <a:ext cx="983932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959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205</TotalTime>
  <Words>120</Words>
  <Application>Microsoft Office PowerPoint</Application>
  <PresentationFormat>Широкоэкранный</PresentationFormat>
  <Paragraphs>26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Ион</vt:lpstr>
      <vt:lpstr>Лабораторная работа №4</vt:lpstr>
      <vt:lpstr>Bayesian Networks</vt:lpstr>
      <vt:lpstr>Описание датасета</vt:lpstr>
      <vt:lpstr>Загрузка датасета</vt:lpstr>
      <vt:lpstr>Обработка датасета</vt:lpstr>
      <vt:lpstr>Построение Bayesian Network</vt:lpstr>
      <vt:lpstr>Построение Bayesian Network</vt:lpstr>
      <vt:lpstr>Оценка параметров и CPT</vt:lpstr>
      <vt:lpstr>Оценка параметров и CPT</vt:lpstr>
      <vt:lpstr>Визуализация сети</vt:lpstr>
      <vt:lpstr>Пример интерфейса</vt:lpstr>
      <vt:lpstr>Оценка с Baseline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4</cp:revision>
  <dcterms:created xsi:type="dcterms:W3CDTF">2025-11-29T17:31:18Z</dcterms:created>
  <dcterms:modified xsi:type="dcterms:W3CDTF">2025-12-06T14:31:25Z</dcterms:modified>
</cp:coreProperties>
</file>